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istockphoto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6596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Weather Tracker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0"/>
            <a:ext cx="6885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D3E0"/>
                </a:solidFill>
                <a:latin typeface="Calibri"/>
              </a:rPr>
              <a:t>An interactive Streamlit and Pandas dashboard localized for the climate patterns of Bahrain.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50208" y="4434840"/>
            <a:ext cx="4297680" cy="566928"/>
          </a:xfrm>
          <a:prstGeom prst="roundRect">
            <a:avLst>
              <a:gd name="adj" fmla="val 18000"/>
            </a:avLst>
          </a:prstGeom>
          <a:solidFill>
            <a:srgbClr val="1D2C49"/>
          </a:solidFill>
          <a:ln w="12700">
            <a:solidFill>
              <a:srgbClr val="6B778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E8674C"/>
                </a:solidFill>
                <a:latin typeface="Courier New"/>
              </a:rPr>
              <a:t>GitHub Project Repository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Bahrain Climate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2742"/>
                </a:solidFill>
                <a:latin typeface="Arial"/>
              </a:rPr>
              <a:t>Why Localized Tracking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Bahrain features a extreme dual-season desert climate with intense heat variations. Capturing precise local environmental metrics requires high-fidelity recording systems.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Summer Extremes: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High-humidity Shamal wind systems ranging upwards of 45°C.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Mild Winters: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Brief cooling periods dropping down to comfortable ranges of 14°C.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The Challenge: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Building a lightweight, fast, and structured platform that logs, searches, and monitors these distinct shifts over time.</a:t>
            </a:r>
          </a:p>
        </p:txBody>
      </p:sp>
      <p:pic>
        <p:nvPicPr>
          <p:cNvPr id="6" name="Picture 5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85232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Modular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068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617720" cy="37490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74C"/>
                </a:solidFill>
                <a:latin typeface="Courier New"/>
              </a:rPr>
              <a:t>main_app.py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Acts as the clean, modern user interface layer developed with the Streamlit framework.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Loads the page sidebar navigation dynamically using </a:t>
            </a:r>
            <a:r>
              <a:rPr sz="1400" b="0" i="0">
                <a:solidFill>
                  <a:srgbClr val="4D5A6B"/>
                </a:solidFill>
                <a:latin typeface="Courier New"/>
              </a:rPr>
              <a:t>st.sidebar.radio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Captures structured inputs via isolated form blocks to prevent constant re-rendering.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Executes validation filters before invoking backend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44068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057400"/>
            <a:ext cx="4617720" cy="37490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74C"/>
                </a:solidFill>
                <a:latin typeface="Courier New"/>
              </a:rPr>
              <a:t>weather_utils.py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Acts as the dedicated calculations engine executing all logical operations using Pandas.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Reads from and appends directly to </a:t>
            </a:r>
            <a:r>
              <a:rPr sz="1400" b="0" i="0">
                <a:solidFill>
                  <a:srgbClr val="4D5A6B"/>
                </a:solidFill>
                <a:latin typeface="Courier New"/>
              </a:rPr>
              <a:t>weather_observations.csv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Aggregates observations to produce averages, minimums, and maximum values.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Runs efficient data filters to locate entries matching target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Key Dashboard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05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Record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Simple form component collecting date string, temperature, sky condition slider ranges, and wind speeds safely without page reset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967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View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Extracts numeric averages, extreme outliers, and maps dominant climate trends across logs using automated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Search by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Locates historical entries instantly matching selected calendar dates and displays formatted observation datasets to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74519"/>
            <a:ext cx="9994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3063240"/>
            <a:ext cx="72511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D3E0"/>
                </a:solidFill>
                <a:latin typeface="Calibri"/>
              </a:rPr>
              <a:t>Thank you for your attention. Let's head over to the terminal and examine the active Streamlit app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0"/>
            <a:ext cx="9262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D3E0"/>
                </a:solidFill>
                <a:latin typeface="Calibri"/>
              </a:rPr>
              <a:t>Ready to address any conceptual queries regarding Python structure, Pandas processing, or Streamlit layout designs.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4846320"/>
            <a:ext cx="7251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74C"/>
                </a:solidFill>
                <a:latin typeface="Courier New"/>
              </a:rPr>
              <a:t>github.com/username/weather-tracker-app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Image Sources</a:t>
            </a:r>
          </a:p>
        </p:txBody>
      </p:sp>
      <p:pic>
        <p:nvPicPr>
          <p:cNvPr id="4" name="Picture 3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896112" cy="612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3401568"/>
            <a:ext cx="99212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D5A6B"/>
                </a:solidFill>
                <a:latin typeface="Calibri"/>
              </a:rPr>
              <a:t>https://media.istockphoto.com/id/527616137/photo/skyline-of-manama-city-bahrain-middle-east.jpg?s=612x612&amp;w=0&amp;k=20&amp;c=DKjGgeOrZ4tS3dYAGsAeiTpqNCFRhxOAs0zFHQX3vjI=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4D5A6B"/>
                </a:solidFill>
                <a:latin typeface="Calibri"/>
              </a:rPr>
              <a:t>Source: </a:t>
            </a:r>
            <a:r>
              <a:rPr sz="1300" b="0" i="0">
                <a:solidFill>
                  <a:srgbClr val="544FE0"/>
                </a:solidFill>
                <a:latin typeface="Calibri"/>
                <a:hlinkClick r:id="rId3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